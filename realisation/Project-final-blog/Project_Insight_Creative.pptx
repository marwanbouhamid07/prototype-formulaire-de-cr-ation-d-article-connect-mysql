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PROJECT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Next-Gen Blog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Reader Experience</a:t>
            </a:r>
          </a:p>
        </p:txBody>
      </p:sp>
      <p:pic>
        <p:nvPicPr>
          <p:cNvPr id="3" name="Picture 2" descr="blog_hero_modern_1777019959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/>
            </a:pPr>
            <a:r>
              <a:t>Responsive Design</a:t>
            </a:r>
            <a:br/>
            <a:r>
              <a:t>High Performance</a:t>
            </a:r>
            <a:br/>
            <a:r>
              <a:t>Intuitive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on Robust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Powerhouse</a:t>
            </a:r>
          </a:p>
          <a:p>
            <a:pPr lvl="1"/>
            <a:r>
              <a:t>PHP 7+ &amp; PDO for safety</a:t>
            </a:r>
          </a:p>
          <a:p>
            <a:pPr/>
            <a:r>
              <a:t>Database Reliability</a:t>
            </a:r>
          </a:p>
          <a:p>
            <a:pPr lvl="1"/>
            <a:r>
              <a:t>MySQL with relational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Insightful Analytics</a:t>
            </a:r>
          </a:p>
        </p:txBody>
      </p:sp>
      <p:pic>
        <p:nvPicPr>
          <p:cNvPr id="3" name="Picture 2" descr="dashboard_analytics_mockup_1777020161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Roadmap</a:t>
            </a:r>
          </a:p>
        </p:txBody>
      </p:sp>
      <p:pic>
        <p:nvPicPr>
          <p:cNvPr id="3" name="Picture 2" descr="database_security_concept_1777020177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Immediate Priorities:</a:t>
            </a:r>
          </a:p>
          <a:p>
            <a:r>
              <a:t>• Password Hashing</a:t>
            </a:r>
            <a:br/>
            <a:r>
              <a:t>• Input Sanitization</a:t>
            </a:r>
            <a:br/>
            <a:r>
              <a:t>• CSRF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Enhanced Search</a:t>
            </a:r>
          </a:p>
          <a:p>
            <a:r>
              <a:t>Advanced Category Filtering</a:t>
            </a:r>
          </a:p>
          <a:p>
            <a:r>
              <a:t>Dynamic Comments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