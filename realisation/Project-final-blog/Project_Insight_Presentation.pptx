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PHP-Based Blog Management System</a:t>
            </a:r>
          </a:p>
          <a:p>
            <a:r>
              <a:t>Project Report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PHP-based blog management system.</a:t>
            </a:r>
          </a:p>
          <a:p>
            <a:pPr/>
            <a:r>
              <a:t>Designed for publishing and managing tech-related articles.</a:t>
            </a:r>
          </a:p>
          <a:p>
            <a:pPr/>
            <a:r>
              <a:t>Features: User Authentication, Article CRUD, Admin Dashboard.</a:t>
            </a:r>
          </a:p>
          <a:p>
            <a:pPr/>
            <a:r>
              <a:t>Responsive frontend with FontAwesome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actions/: PHP form handlers (Login, Registration).</a:t>
            </a:r>
          </a:p>
          <a:p>
            <a:pPr/>
            <a:r>
              <a:t>assets/: Static assets (CSS, JS, Charts).</a:t>
            </a:r>
          </a:p>
          <a:p>
            <a:pPr/>
            <a:r>
              <a:t>config/: Database configuration.</a:t>
            </a:r>
          </a:p>
          <a:p>
            <a:pPr/>
            <a:r>
              <a:t>includes/: Reusable PHP components &amp; functions.</a:t>
            </a:r>
          </a:p>
          <a:p>
            <a:pPr/>
            <a:r>
              <a:t>pages/: Main application pages &amp; Admin dashboard.</a:t>
            </a:r>
          </a:p>
          <a:p>
            <a:pPr/>
            <a:r>
              <a:t>uploads/: User-uploaded images.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PHP 7+ with PDO for secure database interactions.</a:t>
            </a:r>
          </a:p>
          <a:p>
            <a:pPr/>
            <a:r>
              <a:t>Database: MySQL (Database: devspace).</a:t>
            </a:r>
          </a:p>
          <a:p>
            <a:pPr/>
            <a:r>
              <a:t>Frontend: HTML5, CSS3 (Component-based), JavaScript.</a:t>
            </a:r>
          </a:p>
          <a:p>
            <a:pPr/>
            <a:r>
              <a:t>Libraries: FontAwesome (Icons), Chart.js (Analytics).</a:t>
            </a:r>
          </a:p>
          <a:p>
            <a:pPr/>
            <a:r>
              <a:t>Server: XAMPP / Localhost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Registration: Secure account creation for new users.</a:t>
            </a:r>
          </a:p>
          <a:p>
            <a:pPr/>
            <a:r>
              <a:t>Authentication: Session-based login system.</a:t>
            </a:r>
          </a:p>
          <a:p>
            <a:pPr/>
            <a:r>
              <a:t>Roles: Support for Admin, Author, and User roles.</a:t>
            </a:r>
          </a:p>
          <a:p>
            <a:pPr/>
            <a:r>
              <a:t>Security: Basic PHP session and cookie state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Article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Create/Edit: Rich content editor with title, excerpt, and content.</a:t>
            </a:r>
          </a:p>
          <a:p>
            <a:pPr/>
            <a:r>
              <a:t>Media: Support for featured image uploads stored in /uploads/.</a:t>
            </a:r>
          </a:p>
          <a:p>
            <a:pPr/>
            <a:r>
              <a:t>Organization: Categorization and tagging systems.</a:t>
            </a:r>
          </a:p>
          <a:p>
            <a:pPr/>
            <a:r>
              <a:t>Workflow: Published vs. Draft status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Overview: Real-time monitoring of blog performance.</a:t>
            </a:r>
          </a:p>
          <a:p>
            <a:pPr/>
            <a:r>
              <a:t>Visual Analytics: Dynamic charts powered by Chart.js.</a:t>
            </a:r>
          </a:p>
          <a:p>
            <a:pPr/>
            <a:r>
              <a:t>Metrics: Total views, active posts, and comment tracking.</a:t>
            </a:r>
          </a:p>
          <a:p>
            <a:pPr/>
            <a:r>
              <a:t>Management: Full CRUD control over all blog content.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Page: Featured latest content and recent posts grid.</a:t>
            </a:r>
          </a:p>
          <a:p>
            <a:pPr/>
            <a:r>
              <a:t>Article Archive: Browsable list with sorting (Newest/Oldest).</a:t>
            </a:r>
          </a:p>
          <a:p>
            <a:pPr/>
            <a:r>
              <a:t>Search: Integrated search functionality for content discovery.</a:t>
            </a:r>
          </a:p>
          <a:p>
            <a:pPr/>
            <a:r>
              <a:t>Categories: Dynamic browsing by topic (UI implemented).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Authentication data and role management.</a:t>
            </a:r>
          </a:p>
          <a:p>
            <a:pPr/>
            <a:r>
              <a:t>Articles: Content, metadata, and view statistics.</a:t>
            </a:r>
          </a:p>
          <a:p>
            <a:pPr/>
            <a:r>
              <a:t>Categories: Structural grouping for content.</a:t>
            </a:r>
          </a:p>
          <a:p>
            <a:pPr/>
            <a:r>
              <a:t>Comments: User engagement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Vulnerability: Plain text password storage (needs hashing).</a:t>
            </a:r>
          </a:p>
          <a:p>
            <a:pPr/>
            <a:r>
              <a:t>Validation: Basic input sanitization (needs enhancement).</a:t>
            </a:r>
          </a:p>
          <a:p>
            <a:pPr/>
            <a:r>
              <a:t>Typographical Errors: Identified naming inconsistencies in files.</a:t>
            </a:r>
          </a:p>
          <a:p>
            <a:pPr/>
            <a:r>
              <a:t>Code Quality: Good separation of concerns but needs refactoring.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Security: Implement password hashing (bcrypt) and CSRF protection.</a:t>
            </a:r>
          </a:p>
          <a:p>
            <a:pPr/>
            <a:r>
              <a:t>Features: Complete full search and dynamic category filtering.</a:t>
            </a:r>
          </a:p>
          <a:p>
            <a:pPr/>
            <a:r>
              <a:t>Cleanup: Fix file naming inconsistencies.</a:t>
            </a:r>
          </a:p>
          <a:p>
            <a:pPr/>
            <a:r>
              <a:t>Testing: Implement unit tests and proper error logging.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blog management system with solid architecture.</a:t>
            </a:r>
          </a:p>
          <a:p>
            <a:pPr/>
            <a:r>
              <a:t>Demonstrates understanding of PHP development fundamentals.</a:t>
            </a:r>
          </a:p>
          <a:p>
            <a:pPr/>
            <a:r>
              <a:t>Ready for further security hardening and production deployment.</a:t>
            </a:r>
          </a:p>
          <a:p>
            <a:pPr/>
            <a:r>
              <a:t>Scalable foundation for a robust blogging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